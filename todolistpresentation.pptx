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2"/>
  </p:notesMasterIdLst>
  <p:sldIdLst>
    <p:sldId id="26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C930FF-8BE8-464C-91F7-80F4492F277E}" v="1" dt="2025-12-09T07:41:00.1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90" d="100"/>
          <a:sy n="90" d="100"/>
        </p:scale>
        <p:origin x="87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itchoudhary62006@gmail.com" userId="782eea40dede3a16" providerId="LiveId" clId="{3622A45F-158D-4B23-B9D5-4742A6F6EB43}"/>
    <pc:docChg chg="addSld delSld modSld">
      <pc:chgData name="mohitchoudhary62006@gmail.com" userId="782eea40dede3a16" providerId="LiveId" clId="{3622A45F-158D-4B23-B9D5-4742A6F6EB43}" dt="2025-12-09T07:42:24.610" v="38" actId="14100"/>
      <pc:docMkLst>
        <pc:docMk/>
      </pc:docMkLst>
      <pc:sldChg chg="modSp mod">
        <pc:chgData name="mohitchoudhary62006@gmail.com" userId="782eea40dede3a16" providerId="LiveId" clId="{3622A45F-158D-4B23-B9D5-4742A6F6EB43}" dt="2025-12-09T07:35:45.526" v="11" actId="20577"/>
        <pc:sldMkLst>
          <pc:docMk/>
          <pc:sldMk cId="2242303678" sldId="266"/>
        </pc:sldMkLst>
        <pc:spChg chg="mod">
          <ac:chgData name="mohitchoudhary62006@gmail.com" userId="782eea40dede3a16" providerId="LiveId" clId="{3622A45F-158D-4B23-B9D5-4742A6F6EB43}" dt="2025-12-09T07:35:45.526" v="11" actId="20577"/>
          <ac:spMkLst>
            <pc:docMk/>
            <pc:sldMk cId="2242303678" sldId="266"/>
            <ac:spMk id="3" creationId="{5B7594BE-0BCA-E41F-F65A-A273018599EE}"/>
          </ac:spMkLst>
        </pc:spChg>
      </pc:sldChg>
      <pc:sldChg chg="addSp delSp modSp new mod">
        <pc:chgData name="mohitchoudhary62006@gmail.com" userId="782eea40dede3a16" providerId="LiveId" clId="{3622A45F-158D-4B23-B9D5-4742A6F6EB43}" dt="2025-12-09T07:42:24.610" v="38" actId="14100"/>
        <pc:sldMkLst>
          <pc:docMk/>
          <pc:sldMk cId="1573273078" sldId="267"/>
        </pc:sldMkLst>
        <pc:spChg chg="del">
          <ac:chgData name="mohitchoudhary62006@gmail.com" userId="782eea40dede3a16" providerId="LiveId" clId="{3622A45F-158D-4B23-B9D5-4742A6F6EB43}" dt="2025-12-09T07:41:00.176" v="15" actId="931"/>
          <ac:spMkLst>
            <pc:docMk/>
            <pc:sldMk cId="1573273078" sldId="267"/>
            <ac:spMk id="3" creationId="{834DC277-93D5-3127-1CC5-37717499E9E3}"/>
          </ac:spMkLst>
        </pc:spChg>
        <pc:picChg chg="add mod">
          <ac:chgData name="mohitchoudhary62006@gmail.com" userId="782eea40dede3a16" providerId="LiveId" clId="{3622A45F-158D-4B23-B9D5-4742A6F6EB43}" dt="2025-12-09T07:42:24.610" v="38" actId="14100"/>
          <ac:picMkLst>
            <pc:docMk/>
            <pc:sldMk cId="1573273078" sldId="267"/>
            <ac:picMk id="5" creationId="{B1A60B27-C179-FA0F-FAC0-C1C85E420FB0}"/>
          </ac:picMkLst>
        </pc:picChg>
      </pc:sldChg>
      <pc:sldChg chg="new del">
        <pc:chgData name="mohitchoudhary62006@gmail.com" userId="782eea40dede3a16" providerId="LiveId" clId="{3622A45F-158D-4B23-B9D5-4742A6F6EB43}" dt="2025-12-09T07:37:19.371" v="14" actId="2696"/>
        <pc:sldMkLst>
          <pc:docMk/>
          <pc:sldMk cId="2396175075" sldId="2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AE151C-7247-4325-977D-8878E2EDA81E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F14EBF-DE13-4913-B039-5514772485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90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F14EBF-DE13-4913-B039-5514772485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336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244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601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074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6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788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33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688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28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599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314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37863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427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31244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9542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593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17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D5B539-0B3D-4EFD-9C92-2CCB3F1C9E59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799B919-0819-49A6-BCA2-9972D6EA5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555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B1813-E7A2-D122-7889-59179E3B5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3659" y="1236921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Project Title:</a:t>
            </a:r>
            <a:br>
              <a:rPr lang="en-US" dirty="0"/>
            </a:br>
            <a:r>
              <a:rPr lang="en-US" b="1" dirty="0"/>
              <a:t>TO-DO LIST APPLICATION USING PYTHON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594BE-0BCA-E41F-F65A-A27301859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3303589"/>
            <a:ext cx="8596668" cy="2113699"/>
          </a:xfrm>
        </p:spPr>
        <p:txBody>
          <a:bodyPr/>
          <a:lstStyle/>
          <a:p>
            <a:r>
              <a:rPr lang="en-US" b="1" dirty="0"/>
              <a:t>Submitted by:</a:t>
            </a:r>
            <a:br>
              <a:rPr lang="en-US" dirty="0"/>
            </a:br>
            <a:r>
              <a:rPr lang="en-US" dirty="0"/>
              <a:t>Mohit Choudhary</a:t>
            </a:r>
          </a:p>
          <a:p>
            <a:r>
              <a:rPr lang="en-US" b="1" dirty="0"/>
              <a:t>Course:</a:t>
            </a:r>
            <a:r>
              <a:rPr lang="en-US" dirty="0"/>
              <a:t> Python Programming (506)</a:t>
            </a:r>
            <a:br>
              <a:rPr lang="en-US" dirty="0"/>
            </a:br>
            <a:r>
              <a:rPr lang="en-US" b="1" dirty="0"/>
              <a:t>Semester:</a:t>
            </a:r>
            <a:r>
              <a:rPr lang="en-US" dirty="0"/>
              <a:t> V</a:t>
            </a:r>
          </a:p>
          <a:p>
            <a:r>
              <a:rPr lang="en-US" b="1" dirty="0"/>
              <a:t>Guide:</a:t>
            </a:r>
            <a:r>
              <a:rPr lang="en-US" dirty="0"/>
              <a:t> Prof. Abizer </a:t>
            </a:r>
            <a:r>
              <a:rPr lang="en-US" dirty="0" err="1"/>
              <a:t>Hakimuddin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303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F5DA0-82F0-9775-C402-A5A002583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180" y="1024270"/>
            <a:ext cx="8596668" cy="1320800"/>
          </a:xfrm>
        </p:spPr>
        <p:txBody>
          <a:bodyPr/>
          <a:lstStyle/>
          <a:p>
            <a:r>
              <a:rPr lang="en-US" dirty="0"/>
              <a:t>                    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701B8-2C7F-0E3E-0B97-F0F7D0C55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project is a </a:t>
            </a:r>
            <a:r>
              <a:rPr lang="en-US" b="1" dirty="0"/>
              <a:t>Command Line To-Do List Manager</a:t>
            </a:r>
            <a:r>
              <a:rPr lang="en-US" dirty="0"/>
              <a:t> written in Python.</a:t>
            </a:r>
          </a:p>
          <a:p>
            <a:r>
              <a:rPr lang="en-US" dirty="0"/>
              <a:t>It helps users manage daily tasks efficiently.</a:t>
            </a:r>
          </a:p>
          <a:p>
            <a:r>
              <a:rPr lang="en-US" dirty="0"/>
              <a:t>Implements:</a:t>
            </a:r>
          </a:p>
          <a:p>
            <a:pPr lvl="1"/>
            <a:r>
              <a:rPr lang="en-US" b="1" dirty="0"/>
              <a:t>OOP Concepts</a:t>
            </a:r>
            <a:endParaRPr lang="en-US" dirty="0"/>
          </a:p>
          <a:p>
            <a:pPr lvl="1"/>
            <a:r>
              <a:rPr lang="en-US" b="1" dirty="0"/>
              <a:t>JSON File Handling</a:t>
            </a:r>
            <a:endParaRPr lang="en-US" dirty="0"/>
          </a:p>
          <a:p>
            <a:pPr lvl="1"/>
            <a:r>
              <a:rPr lang="en-US" b="1" dirty="0"/>
              <a:t>Exception Handling</a:t>
            </a:r>
            <a:endParaRPr lang="en-US" dirty="0"/>
          </a:p>
          <a:p>
            <a:pPr lvl="1"/>
            <a:r>
              <a:rPr lang="en-US" b="1" dirty="0"/>
              <a:t>API Integration</a:t>
            </a:r>
            <a:r>
              <a:rPr lang="en-US" dirty="0"/>
              <a:t> (Quote of the Day)</a:t>
            </a:r>
          </a:p>
          <a:p>
            <a:r>
              <a:rPr lang="en-US" dirty="0"/>
              <a:t>Lightweight, simple, and fully offline except API feature.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488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EC85-DFDE-C926-B6EB-50BE5C1A5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8678" y="1135911"/>
            <a:ext cx="8596668" cy="1320800"/>
          </a:xfrm>
        </p:spPr>
        <p:txBody>
          <a:bodyPr/>
          <a:lstStyle/>
          <a:p>
            <a:r>
              <a:rPr lang="en-US" dirty="0"/>
              <a:t>Objectives of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70150-5E09-B919-3395-578B2E5D5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Design a task management system using Python.</a:t>
            </a:r>
          </a:p>
          <a:p>
            <a:r>
              <a:rPr lang="en-US" dirty="0"/>
              <a:t>Demonstrate </a:t>
            </a:r>
            <a:r>
              <a:rPr lang="en-US" b="1" dirty="0"/>
              <a:t>Object-Oriented Programming</a:t>
            </a:r>
            <a:r>
              <a:rPr lang="en-US" dirty="0"/>
              <a:t>.</a:t>
            </a:r>
          </a:p>
          <a:p>
            <a:r>
              <a:rPr lang="en-US" dirty="0"/>
              <a:t>Store data persistently using </a:t>
            </a:r>
            <a:r>
              <a:rPr lang="en-US" b="1" dirty="0"/>
              <a:t>JSON database</a:t>
            </a:r>
            <a:r>
              <a:rPr lang="en-US" dirty="0"/>
              <a:t>.</a:t>
            </a:r>
          </a:p>
          <a:p>
            <a:r>
              <a:rPr lang="en-US" dirty="0"/>
              <a:t>Implement robust </a:t>
            </a:r>
            <a:r>
              <a:rPr lang="en-US" b="1" dirty="0"/>
              <a:t>error handling</a:t>
            </a:r>
            <a:r>
              <a:rPr lang="en-US" dirty="0"/>
              <a:t>.</a:t>
            </a:r>
          </a:p>
          <a:p>
            <a:r>
              <a:rPr lang="en-US" dirty="0"/>
              <a:t>Integrate a </a:t>
            </a:r>
            <a:r>
              <a:rPr lang="en-US" b="1" dirty="0"/>
              <a:t>live API</a:t>
            </a:r>
            <a:r>
              <a:rPr lang="en-US" dirty="0"/>
              <a:t> to fetch motivational quotes.</a:t>
            </a:r>
          </a:p>
          <a:p>
            <a:r>
              <a:rPr lang="en-US" dirty="0"/>
              <a:t>Provide useful features through a CLI interface.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668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D5209-43C3-8082-72AF-5F3DF9D43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7998" y="944525"/>
            <a:ext cx="8596668" cy="1320800"/>
          </a:xfrm>
        </p:spPr>
        <p:txBody>
          <a:bodyPr/>
          <a:lstStyle/>
          <a:p>
            <a:r>
              <a:rPr lang="en-US" dirty="0"/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96E706-185B-7DF3-3CA2-3894C4B60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Main Components:</a:t>
            </a:r>
            <a:endParaRPr lang="en-US" dirty="0"/>
          </a:p>
          <a:p>
            <a:r>
              <a:rPr lang="en-US" b="1" dirty="0"/>
              <a:t>Task Class:</a:t>
            </a:r>
            <a:br>
              <a:rPr lang="en-US" dirty="0"/>
            </a:br>
            <a:r>
              <a:rPr lang="en-US" dirty="0"/>
              <a:t>Holds task title, description, due date, tags, status.</a:t>
            </a:r>
          </a:p>
          <a:p>
            <a:r>
              <a:rPr lang="en-US" b="1" dirty="0" err="1"/>
              <a:t>TodoDB</a:t>
            </a:r>
            <a:r>
              <a:rPr lang="en-US" b="1" dirty="0"/>
              <a:t> Class:</a:t>
            </a:r>
            <a:br>
              <a:rPr lang="en-US" dirty="0"/>
            </a:br>
            <a:r>
              <a:rPr lang="en-US" dirty="0"/>
              <a:t>Handles JSON read/write, adding, editing, deleting tasks.</a:t>
            </a:r>
          </a:p>
          <a:p>
            <a:r>
              <a:rPr lang="en-US" b="1" dirty="0"/>
              <a:t>CLI Module:</a:t>
            </a:r>
            <a:br>
              <a:rPr lang="en-US" dirty="0"/>
            </a:br>
            <a:r>
              <a:rPr lang="en-US" dirty="0"/>
              <a:t>Uses </a:t>
            </a:r>
            <a:r>
              <a:rPr lang="en-US" dirty="0" err="1"/>
              <a:t>argparse</a:t>
            </a:r>
            <a:r>
              <a:rPr lang="en-US" dirty="0"/>
              <a:t> to handle commands like:</a:t>
            </a:r>
          </a:p>
          <a:p>
            <a:pPr lvl="1"/>
            <a:r>
              <a:rPr lang="en-US" dirty="0"/>
              <a:t>add, list, done, delete, search, quote</a:t>
            </a:r>
          </a:p>
          <a:p>
            <a:r>
              <a:rPr lang="en-US" b="1" dirty="0"/>
              <a:t>API Module:</a:t>
            </a:r>
            <a:br>
              <a:rPr lang="en-US" dirty="0"/>
            </a:br>
            <a:r>
              <a:rPr lang="en-US" dirty="0"/>
              <a:t>Fetches Quote of the Day from </a:t>
            </a:r>
            <a:r>
              <a:rPr lang="en-US" dirty="0" err="1"/>
              <a:t>ZenQuotes</a:t>
            </a:r>
            <a:r>
              <a:rPr lang="en-US" dirty="0"/>
              <a:t>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997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43FC8-B1EC-BF77-2131-0A891701B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9283" y="630865"/>
            <a:ext cx="8596668" cy="1320800"/>
          </a:xfrm>
        </p:spPr>
        <p:txBody>
          <a:bodyPr/>
          <a:lstStyle/>
          <a:p>
            <a:r>
              <a:rPr lang="en-US" dirty="0"/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88543-2B52-EDE5-2794-BB63EB86D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✔ Add new tasks</a:t>
            </a:r>
          </a:p>
          <a:p>
            <a:r>
              <a:rPr lang="en-US" dirty="0"/>
              <a:t>✔ Edit existing tasks</a:t>
            </a:r>
          </a:p>
          <a:p>
            <a:r>
              <a:rPr lang="en-US" dirty="0"/>
              <a:t>✔ Delete tasks</a:t>
            </a:r>
          </a:p>
          <a:p>
            <a:r>
              <a:rPr lang="en-US" dirty="0"/>
              <a:t>✔ Mark tasks complete</a:t>
            </a:r>
          </a:p>
          <a:p>
            <a:r>
              <a:rPr lang="en-US" dirty="0"/>
              <a:t>✔ Search tasks</a:t>
            </a:r>
          </a:p>
          <a:p>
            <a:r>
              <a:rPr lang="en-US" dirty="0"/>
              <a:t>✔ List all tasks</a:t>
            </a:r>
          </a:p>
          <a:p>
            <a:r>
              <a:rPr lang="en-US" dirty="0"/>
              <a:t>✔ </a:t>
            </a:r>
            <a:r>
              <a:rPr lang="en-US" b="1" dirty="0"/>
              <a:t>Quote of the Day (API Integration)</a:t>
            </a:r>
            <a:endParaRPr lang="en-US" dirty="0"/>
          </a:p>
          <a:p>
            <a:r>
              <a:rPr lang="en-US" dirty="0"/>
              <a:t>✔ Persistent storage using JSON</a:t>
            </a:r>
          </a:p>
          <a:p>
            <a:r>
              <a:rPr lang="en-US" dirty="0"/>
              <a:t>✔ Error and exception handling throughout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4661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6AAD5-3514-7FBF-8E90-7CF2F7516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6120" y="816638"/>
            <a:ext cx="8596668" cy="1320800"/>
          </a:xfrm>
        </p:spPr>
        <p:txBody>
          <a:bodyPr/>
          <a:lstStyle/>
          <a:p>
            <a:r>
              <a:rPr lang="en-US" dirty="0"/>
              <a:t>API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2B987-3C0B-9A9E-1C31-DA4288023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API Used:</a:t>
            </a:r>
            <a:br>
              <a:rPr lang="en-US" dirty="0"/>
            </a:br>
            <a:r>
              <a:rPr lang="en-US" dirty="0"/>
              <a:t>https://zenquotes.io/api/random</a:t>
            </a:r>
          </a:p>
          <a:p>
            <a:r>
              <a:rPr lang="en-US" b="1" dirty="0"/>
              <a:t>Purpose:</a:t>
            </a:r>
            <a:br>
              <a:rPr lang="en-US" dirty="0"/>
            </a:br>
            <a:r>
              <a:rPr lang="en-US" dirty="0"/>
              <a:t>Adds daily motivational quotes automatically as tasks.</a:t>
            </a:r>
          </a:p>
          <a:p>
            <a:r>
              <a:rPr lang="en-US" b="1" dirty="0"/>
              <a:t>Process:</a:t>
            </a:r>
            <a:endParaRPr lang="en-US" dirty="0"/>
          </a:p>
          <a:p>
            <a:r>
              <a:rPr lang="en-US" dirty="0"/>
              <a:t>Python sends GET request to API</a:t>
            </a:r>
          </a:p>
          <a:p>
            <a:r>
              <a:rPr lang="en-US" dirty="0"/>
              <a:t>API returns JSON data</a:t>
            </a:r>
          </a:p>
          <a:p>
            <a:r>
              <a:rPr lang="en-US" dirty="0"/>
              <a:t>Parse "q" (quote) and "a" (author)</a:t>
            </a:r>
          </a:p>
          <a:p>
            <a:r>
              <a:rPr lang="en-US" dirty="0"/>
              <a:t>Save as a task with tags: </a:t>
            </a:r>
            <a:r>
              <a:rPr lang="en-US" i="1" dirty="0"/>
              <a:t>quote, motivation</a:t>
            </a:r>
            <a:endParaRPr lang="en-US" dirty="0"/>
          </a:p>
          <a:p>
            <a:r>
              <a:rPr lang="en-US" b="1" dirty="0"/>
              <a:t>Benefits:</a:t>
            </a:r>
            <a:endParaRPr lang="en-US" dirty="0"/>
          </a:p>
          <a:p>
            <a:r>
              <a:rPr lang="en-US" dirty="0"/>
              <a:t>Meets the </a:t>
            </a:r>
            <a:r>
              <a:rPr lang="en-US" b="1" dirty="0"/>
              <a:t>API Integration</a:t>
            </a:r>
            <a:r>
              <a:rPr lang="en-US" dirty="0"/>
              <a:t> criteria in project evaluation</a:t>
            </a:r>
          </a:p>
          <a:p>
            <a:r>
              <a:rPr lang="en-US" dirty="0"/>
              <a:t>Adds dynamic content to the app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297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03400-6541-63C9-BC4D-B5118BA14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5366" y="816638"/>
            <a:ext cx="8596668" cy="1320800"/>
          </a:xfrm>
        </p:spPr>
        <p:txBody>
          <a:bodyPr/>
          <a:lstStyle/>
          <a:p>
            <a:r>
              <a:rPr lang="en-US" dirty="0"/>
              <a:t>Exception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B5F4D-A13B-C4DA-E30C-BA882EC4D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Types of exceptions handled:</a:t>
            </a:r>
          </a:p>
          <a:p>
            <a:r>
              <a:rPr lang="en-US" dirty="0"/>
              <a:t>❗ File read/write errors</a:t>
            </a:r>
          </a:p>
          <a:p>
            <a:r>
              <a:rPr lang="en-US" dirty="0"/>
              <a:t>❗ JSON decoding errors</a:t>
            </a:r>
          </a:p>
          <a:p>
            <a:r>
              <a:rPr lang="en-US" dirty="0"/>
              <a:t>❗ Network/API failures</a:t>
            </a:r>
          </a:p>
          <a:p>
            <a:r>
              <a:rPr lang="en-US" dirty="0"/>
              <a:t>❗ Invalid task ID</a:t>
            </a:r>
          </a:p>
          <a:p>
            <a:r>
              <a:rPr lang="en-US" dirty="0"/>
              <a:t>❗ Wrong input format</a:t>
            </a:r>
          </a:p>
          <a:p>
            <a:r>
              <a:rPr lang="en-US" dirty="0"/>
              <a:t>Methods used:</a:t>
            </a:r>
          </a:p>
          <a:p>
            <a:r>
              <a:rPr lang="en-US" dirty="0"/>
              <a:t>try–except</a:t>
            </a:r>
          </a:p>
          <a:p>
            <a:r>
              <a:rPr lang="en-US" dirty="0"/>
              <a:t>Custom error messages</a:t>
            </a:r>
          </a:p>
          <a:p>
            <a:r>
              <a:rPr lang="en-US" dirty="0"/>
              <a:t>Input validation</a:t>
            </a:r>
          </a:p>
          <a:p>
            <a:r>
              <a:rPr lang="en-US" dirty="0"/>
              <a:t>This ensures the program </a:t>
            </a:r>
            <a:r>
              <a:rPr lang="en-US" b="1" dirty="0"/>
              <a:t>never crashes</a:t>
            </a:r>
            <a:r>
              <a:rPr lang="en-US" dirty="0"/>
              <a:t> and improves reliability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2042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A8573-3410-6B5A-D3B8-5CC76020E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2581" y="987057"/>
            <a:ext cx="8596668" cy="1320800"/>
          </a:xfrm>
        </p:spPr>
        <p:txBody>
          <a:bodyPr/>
          <a:lstStyle/>
          <a:p>
            <a:r>
              <a:rPr lang="en-US" dirty="0"/>
              <a:t>Output Screenshots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1D864-A1FF-5619-5262-A233A1C13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(Add screenshots of your terminal showing:)</a:t>
            </a:r>
          </a:p>
          <a:p>
            <a:r>
              <a:rPr lang="en-US" dirty="0"/>
              <a:t>Running: python todo.py add "Buy milk"</a:t>
            </a:r>
          </a:p>
          <a:p>
            <a:r>
              <a:rPr lang="en-US" dirty="0"/>
              <a:t>Running: python todo.py list</a:t>
            </a:r>
          </a:p>
          <a:p>
            <a:r>
              <a:rPr lang="en-US" dirty="0"/>
              <a:t>Running: python todo.py quote</a:t>
            </a:r>
          </a:p>
          <a:p>
            <a:r>
              <a:rPr lang="en-US" dirty="0"/>
              <a:t>Display of stored tasks from JSON file</a:t>
            </a:r>
          </a:p>
          <a:p>
            <a:r>
              <a:rPr lang="en-US" dirty="0"/>
              <a:t>Labels to add:</a:t>
            </a:r>
          </a:p>
          <a:p>
            <a:r>
              <a:rPr lang="en-US" dirty="0"/>
              <a:t>“Adding task demo”</a:t>
            </a:r>
          </a:p>
          <a:p>
            <a:r>
              <a:rPr lang="en-US" dirty="0"/>
              <a:t>“API quote added as task”</a:t>
            </a:r>
          </a:p>
          <a:p>
            <a:r>
              <a:rPr lang="en-US" dirty="0"/>
              <a:t>“Task listing example”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9917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D5F44-CD6C-65CE-98E4-2E34E8CA3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984" y="839789"/>
            <a:ext cx="8596668" cy="1320800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7B991-1979-CE54-C6A6-2872499AD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Successfully demonstrated Python OOP, JSON handling, CLI, and API integration.</a:t>
            </a:r>
          </a:p>
          <a:p>
            <a:r>
              <a:rPr lang="en-US" dirty="0"/>
              <a:t>Application is simple, modular, and easy to use.</a:t>
            </a:r>
          </a:p>
          <a:p>
            <a:r>
              <a:rPr lang="en-US" dirty="0"/>
              <a:t>Future enhancements:</a:t>
            </a:r>
          </a:p>
          <a:p>
            <a:pPr lvl="1"/>
            <a:r>
              <a:rPr lang="en-US" dirty="0"/>
              <a:t>GUI version using </a:t>
            </a:r>
            <a:r>
              <a:rPr lang="en-US" dirty="0" err="1"/>
              <a:t>Tkinter</a:t>
            </a:r>
            <a:endParaRPr lang="en-US" dirty="0"/>
          </a:p>
          <a:p>
            <a:pPr lvl="1"/>
            <a:r>
              <a:rPr lang="en-US" dirty="0"/>
              <a:t>Priority-based tasks</a:t>
            </a:r>
          </a:p>
          <a:p>
            <a:pPr lvl="1"/>
            <a:r>
              <a:rPr lang="en-US" dirty="0"/>
              <a:t>Notifications</a:t>
            </a:r>
          </a:p>
          <a:p>
            <a:pPr lvl="1"/>
            <a:r>
              <a:rPr lang="en-US" dirty="0"/>
              <a:t>Cloud sync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499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B5528-0333-65EE-108D-F0D942732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1A60B27-C179-FA0F-FAC0-C1C85E420F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30" y="127592"/>
            <a:ext cx="9569304" cy="5373282"/>
          </a:xfrm>
        </p:spPr>
      </p:pic>
    </p:spTree>
    <p:extLst>
      <p:ext uri="{BB962C8B-B14F-4D97-AF65-F5344CB8AC3E}">
        <p14:creationId xmlns:p14="http://schemas.microsoft.com/office/powerpoint/2010/main" val="157327307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28</TotalTime>
  <Words>476</Words>
  <Application>Microsoft Office PowerPoint</Application>
  <PresentationFormat>Widescreen</PresentationFormat>
  <Paragraphs>79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Trebuchet MS</vt:lpstr>
      <vt:lpstr>Wingdings 3</vt:lpstr>
      <vt:lpstr>Facet</vt:lpstr>
      <vt:lpstr>Project Title: TO-DO LIST APPLICATION USING PYTHON</vt:lpstr>
      <vt:lpstr>                     Introduction</vt:lpstr>
      <vt:lpstr>Objectives of the Project</vt:lpstr>
      <vt:lpstr>System Architecture</vt:lpstr>
      <vt:lpstr>Key Features</vt:lpstr>
      <vt:lpstr>API Integration</vt:lpstr>
      <vt:lpstr>Exception Handling</vt:lpstr>
      <vt:lpstr>Output Screenshots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mohitchoudhary62006@gmail.com</dc:creator>
  <cp:lastModifiedBy>mohitchoudhary62006@gmail.com</cp:lastModifiedBy>
  <cp:revision>1</cp:revision>
  <dcterms:created xsi:type="dcterms:W3CDTF">2025-12-09T07:08:13Z</dcterms:created>
  <dcterms:modified xsi:type="dcterms:W3CDTF">2025-12-09T07:42:24Z</dcterms:modified>
</cp:coreProperties>
</file>